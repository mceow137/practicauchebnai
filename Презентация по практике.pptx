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D019E9-B81B-415B-8A93-A065CE302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1AEE29-1F0B-4CBC-885D-7F12ED6A8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6D0B3C-0CE1-44DF-853C-F18AD83D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3F6707-FA12-4595-A1C8-F1AD11DE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DC7C56-838A-48EB-8DCA-E02A5317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44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D4ED7-4AFF-4D4D-95FE-106EA67F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63B4C1-F97F-45DC-BF31-CC0459559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2848BD-692A-47EB-8BC8-95309614D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59D0FB-9BC3-4FF1-97BA-20C610FF3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4B3DC4-15FA-405E-9A11-33BFAA17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489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A7A76-71EC-4FB6-82D8-E10B74592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729EA4-D7F6-40A1-855D-5D1F637B1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AA7F19-C6C7-430C-8DE8-64B6B04C4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9E041E-AF66-4D81-A59F-5418C46C8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BDC87D-62E9-4FA7-9035-B6C8B1265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50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93591-009D-4E1F-9F1E-2BCECDD5E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88B5A8-083F-4A35-9BDC-6EC6256EC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CC9C2E-430D-4001-BD4C-2C6601DC7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BFD415-7D80-46D7-8C75-5C5FAB26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7E88BA-012A-408B-850C-A5B330DA7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5C92D1-F1C1-451D-971D-D9B1CBE3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47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8735E-40F0-416C-B578-BD8D1399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80B612-DD7C-4C73-BA7F-D60923A50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EE0FF7-229F-4B8E-8F20-631A270BB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6A85895-9FC4-494D-B801-71239DA58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662E54-29DD-4823-9226-311549B20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B3E6AA-7340-42B8-B9FA-6C2CC9EC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519136-B250-4BD4-B830-532C0C75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3946657-90B1-46E7-AC5C-CF568004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826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EEC935-6BCA-407C-83D9-41DC51E7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04D98D-CA86-4F06-8575-D03F62D9D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F4752E-DA23-4EE6-B910-BB3B2758D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190D0C-99F5-47AB-842F-125484C2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10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039791-16C9-471D-A141-3EA46C37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B786F59-C545-48A4-BBE6-6FFE90D5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D371D0-58D6-42B3-AF28-BD87C3A3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36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A0DD1B-B44D-4196-AD3D-7E1BA7BB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15E6AD-4EFB-49C4-8CD6-EFF53D524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B3FD48-F9CE-4EAB-A97C-D44E1E84E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7A668C-BA32-4665-BD96-156D1AE6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80E06D-2DD9-46A4-B467-B8250F680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6AAF5D-FFC7-4E30-927D-8244BE1C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7703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ACD04-E07D-4CBE-A3A6-E178A07BE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F1D520D-3E21-4BC5-8026-C0FEAD775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7E51E1-B6EB-4E9D-A2D8-34F7D966F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68D62E-12A2-4F3E-BA28-FE6E6FA7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82A14F-D2EE-449E-A0C5-CB192B3C1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763294-2149-4B95-99B9-B933A8EDB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293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07A22-1325-4A05-B40F-EFC9FECD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CB7D49A-445F-4833-A5D5-641284A44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24C62E-BDA8-4E52-AE2E-8837FF59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330DE9-9CD5-48D9-9299-D10C1AF7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B417E9-5F6D-472D-A261-230DBDB3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6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3990815-92C5-43D5-92E7-EB5CD0A4E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BD1D32-9796-40EE-B5DF-9809D121F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D34531-600B-4418-A436-D8B221D3A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1A481D-34CA-4905-8DFE-923576F1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CE1BE3-BAFB-4250-A732-2D4268FD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4793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4DC8B3-4485-48CC-9A86-DACF5E86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BCC5B1-D6E6-4118-B2CC-DF2301D20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E7E2AE-A828-4780-8CAB-CA85ECFAF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AF0E7-39D5-4124-BD6A-CD78DE46EEC8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3858B2-47CB-4193-AECF-CEB0174FF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0E6D4-E6A0-4715-940A-7B02FA271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21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52C86-073E-4E15-B2C2-03EC835684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Отчет по учебной практике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51C929-7669-4DD2-AE43-B112BB70D5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Группа 22П-1 Жуйков Иван Денисович</a:t>
            </a:r>
          </a:p>
        </p:txBody>
      </p:sp>
    </p:spTree>
    <p:extLst>
      <p:ext uri="{BB962C8B-B14F-4D97-AF65-F5344CB8AC3E}">
        <p14:creationId xmlns:p14="http://schemas.microsoft.com/office/powerpoint/2010/main" val="84212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CBAB08-6FAE-43C9-97DA-9C0A964D7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790" y="550241"/>
            <a:ext cx="10515600" cy="986327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программного продукта для ГИБДД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E29EFE-1EC3-44B4-949C-8A63D45BB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790" y="1536568"/>
            <a:ext cx="10515600" cy="2780908"/>
          </a:xfrm>
        </p:spPr>
        <p:txBody>
          <a:bodyPr>
            <a:normAutofit fontScale="92500" lnSpcReduction="10000"/>
          </a:bodyPr>
          <a:lstStyle/>
          <a:p>
            <a:pPr marL="226695" algn="just"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Была поставлена задача по созданию программного продукта для ГИБДД: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arenR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Создать просматриваемый список о имеющихся водителях и водительских удостоверениях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Для водителя: ФИО, паспорт, телефон, 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Email</a:t>
            </a: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Для ВУ: Водитель, Номер ВУ, Категории, Срок действия, Статус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arenR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Создание библиотек для проверки 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VIN </a:t>
            </a: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и номерного знака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arenR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Создание окна для добавления, редактирования подробной информации о ДТП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Возможность добавления нового водителя, водительского удостоверения, штрафа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Просмотр статистики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97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500187"/>
          </a:xfrm>
        </p:spPr>
        <p:txBody>
          <a:bodyPr/>
          <a:lstStyle/>
          <a:p>
            <a:r>
              <a:rPr lang="ru-RU" dirty="0"/>
              <a:t>День 1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28814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базы данных и главного меню программы с интерфейсом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1C45BE-05D1-4BB5-A274-8420ED704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18" y="3268743"/>
            <a:ext cx="4416633" cy="28997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C861B6-A63C-4D5F-AA36-AF33FE0CC94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35044" y="3429000"/>
            <a:ext cx="5097112" cy="278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93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500187"/>
          </a:xfrm>
        </p:spPr>
        <p:txBody>
          <a:bodyPr/>
          <a:lstStyle/>
          <a:p>
            <a:r>
              <a:rPr lang="ru-RU" dirty="0"/>
              <a:t>День 1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28814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Создание окон со списком водителей и добавление нового водителя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EAC3C6-91E6-4927-9867-B874FCACBE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1850" y="2622710"/>
            <a:ext cx="6351375" cy="341987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68772F-9CE5-4080-9D60-A27F5E5A813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72976" y="2364288"/>
            <a:ext cx="4821613" cy="444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46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500187"/>
          </a:xfrm>
        </p:spPr>
        <p:txBody>
          <a:bodyPr/>
          <a:lstStyle/>
          <a:p>
            <a:r>
              <a:rPr lang="ru-RU" dirty="0"/>
              <a:t>День 1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28814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Создание окон со списком водительского удостоверения и добавлением нового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698510-6B61-4015-A76E-D2D5B0FF73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47033" y="2532222"/>
            <a:ext cx="5318040" cy="40632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5C7012B-531C-4C8F-9155-45D8047CC53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4227" y="2794750"/>
            <a:ext cx="5982878" cy="322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966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057225"/>
          </a:xfrm>
        </p:spPr>
        <p:txBody>
          <a:bodyPr/>
          <a:lstStyle/>
          <a:p>
            <a:r>
              <a:rPr lang="ru-RU" dirty="0"/>
              <a:t>День 2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82979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Создание окон со списком штрафов, окно с просмотром выдачи и изъятия ВУ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B63CFBE-F6DB-46ED-96CC-F7A7B496CF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9673" y="1951727"/>
            <a:ext cx="4639310" cy="263191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379465F-EE78-4FD1-BEA6-69A7623E9AE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805393" y="1951727"/>
            <a:ext cx="4284233" cy="245059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BC72F0F-3FA5-403F-8A73-541DF048EFE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839969" y="3271480"/>
            <a:ext cx="3965424" cy="299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26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057225"/>
          </a:xfrm>
        </p:spPr>
        <p:txBody>
          <a:bodyPr/>
          <a:lstStyle/>
          <a:p>
            <a:r>
              <a:rPr lang="ru-RU" dirty="0"/>
              <a:t>День 2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82979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Создание библиотек </a:t>
            </a:r>
            <a:r>
              <a:rPr lang="en-US" dirty="0">
                <a:solidFill>
                  <a:schemeClr val="tx1"/>
                </a:solidFill>
              </a:rPr>
              <a:t>VIN </a:t>
            </a:r>
            <a:r>
              <a:rPr lang="ru-RU" dirty="0">
                <a:solidFill>
                  <a:schemeClr val="tx1"/>
                </a:solidFill>
              </a:rPr>
              <a:t>и номерного знака, и их реализация в программе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F175C1-261D-4766-A486-93A9F59BB4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5495" y="2035270"/>
            <a:ext cx="5968489" cy="301749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8CC76E-CDC4-4BF8-8D1B-DADA0F50791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439266" y="2820919"/>
            <a:ext cx="6282716" cy="339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695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057225"/>
          </a:xfrm>
        </p:spPr>
        <p:txBody>
          <a:bodyPr/>
          <a:lstStyle/>
          <a:p>
            <a:r>
              <a:rPr lang="ru-RU" dirty="0"/>
              <a:t>День 2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82979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Создание библиотек </a:t>
            </a:r>
            <a:r>
              <a:rPr lang="en-US" dirty="0">
                <a:solidFill>
                  <a:schemeClr val="tx1"/>
                </a:solidFill>
              </a:rPr>
              <a:t>VIN </a:t>
            </a:r>
            <a:r>
              <a:rPr lang="ru-RU" dirty="0">
                <a:solidFill>
                  <a:schemeClr val="tx1"/>
                </a:solidFill>
              </a:rPr>
              <a:t>и номерного знака, и их реализация в программе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0570DE3-0A08-4A53-8BF3-63A490FB47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373" y="1818453"/>
            <a:ext cx="5346320" cy="294208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D70949C-5418-4C35-A52C-07EC4B2E25D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52386" y="2453267"/>
            <a:ext cx="6246941" cy="360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158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057225"/>
          </a:xfrm>
        </p:spPr>
        <p:txBody>
          <a:bodyPr/>
          <a:lstStyle/>
          <a:p>
            <a:r>
              <a:rPr lang="ru-RU" dirty="0"/>
              <a:t>День 3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82979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Заполнение отчета по учебной практики и создание блок схемы и написание модульных по программе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75BBA9-B0F5-4974-AF0E-D93E34970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2" y="2453373"/>
            <a:ext cx="5220828" cy="356039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D9DC74-D987-433A-802B-C0A8B753392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327661"/>
            <a:ext cx="5911929" cy="292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89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057225"/>
          </a:xfrm>
        </p:spPr>
        <p:txBody>
          <a:bodyPr/>
          <a:lstStyle/>
          <a:p>
            <a:r>
              <a:rPr lang="ru-RU" dirty="0"/>
              <a:t>День 4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82979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мобильного приложения для оформления ДТП, создание главного меню и добавление ДТП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95494B-7626-4C7B-950E-95AF1E1A40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7647" y="2960786"/>
            <a:ext cx="5543550" cy="26708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16F9D7-47AD-4BC9-BD34-2EB2593327C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89650" y="2317153"/>
            <a:ext cx="5657850" cy="27736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620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057225"/>
          </a:xfrm>
        </p:spPr>
        <p:txBody>
          <a:bodyPr/>
          <a:lstStyle/>
          <a:p>
            <a:r>
              <a:rPr lang="ru-RU" dirty="0"/>
              <a:t>День 4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82979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мобильного приложения для оформления ДТП, создание главного меню и добавление ДТП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8CCD05E-97BA-4E43-8A03-6FCA2DD61D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3201" y="2253928"/>
            <a:ext cx="5101224" cy="24217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DEB6A04-5153-475F-BAAA-70608E87260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86356" y="1926334"/>
            <a:ext cx="5573415" cy="24217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4928AF1-8876-47BA-901F-469D174BAEF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735744" y="4200931"/>
            <a:ext cx="5101224" cy="22473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53575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209</Words>
  <Application>Microsoft Office PowerPoint</Application>
  <PresentationFormat>Широкоэкранный</PresentationFormat>
  <Paragraphs>29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Times New Roman</vt:lpstr>
      <vt:lpstr>Times New Roman CYR</vt:lpstr>
      <vt:lpstr>Тема Office</vt:lpstr>
      <vt:lpstr>Отчет по учебной практике</vt:lpstr>
      <vt:lpstr>Разработка программного продукта для ГИБДД</vt:lpstr>
      <vt:lpstr>День 1</vt:lpstr>
      <vt:lpstr>День 1</vt:lpstr>
      <vt:lpstr>День 1</vt:lpstr>
      <vt:lpstr>День 2</vt:lpstr>
      <vt:lpstr>День 2</vt:lpstr>
      <vt:lpstr>День 2</vt:lpstr>
      <vt:lpstr>День 3</vt:lpstr>
      <vt:lpstr>День 4</vt:lpstr>
      <vt:lpstr>День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учебной практике</dc:title>
  <dc:creator>Nout_1</dc:creator>
  <cp:lastModifiedBy>Nout_1</cp:lastModifiedBy>
  <cp:revision>7</cp:revision>
  <dcterms:created xsi:type="dcterms:W3CDTF">2026-03-12T14:31:09Z</dcterms:created>
  <dcterms:modified xsi:type="dcterms:W3CDTF">2026-03-12T15:11:50Z</dcterms:modified>
</cp:coreProperties>
</file>